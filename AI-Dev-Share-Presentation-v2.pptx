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3840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交流局 / 分享 V2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23960" y="384048"/>
            <a:ext cx="2011680" cy="219456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面向老板 + 程序员 + 小白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9601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编程不是魔法，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它更像一条从玩具到员工的升级路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9808" y="22402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5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从“随便玩玩”到“真的能交付”，中间差的不是模型，而是方法。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8046720" cy="914400"/>
          </a:xfrm>
          <a:prstGeom prst="rect">
            <a:avLst/>
          </a:prstGeom>
          <a:solidFill>
            <a:srgbClr val="FFFDFC"/>
          </a:solidFill>
          <a:ln w="15240">
            <a:solidFill>
              <a:srgbClr val="E7D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这不是工具说明书，也不是模型横评。我想用更人话的方式，讲清楚 AI 编程为什么一边让人兴奋，一边让人崩溃；以及普通人到底该怎么一阶一阶用起来，而不是一上来就把自己交给“全自动”。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9536" y="399592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六个阶段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" y="4270248"/>
            <a:ext cx="22128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从一句话做小游戏，到像带 AI 员工一样管理系统。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388620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7016" y="399592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我的判断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57016" y="4270248"/>
            <a:ext cx="22128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不是神仙，更像一个很猛、但很会擅自发挥的实习生。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388620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54496" y="399592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真实案例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4496" y="4270248"/>
            <a:ext cx="22128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不讲空架构图，只讲我自己折腾过、跑通过的 qclaw / WorkBuddy。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23960" y="388620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951976" y="3995928"/>
            <a:ext cx="18928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带走什么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51976" y="4270248"/>
            <a:ext cx="189280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明天就能上手的学习路径、沟通方法和协作套路。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Cover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先别急着全自动，先搞懂你在哪一层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为什么大家一边兴奋一边失望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因为很多人拿到的是“答案生成器”，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但真正要用的是“任务执行系统”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74920" cy="256032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常见幻觉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818888" cy="20848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我都用上最强模型了，为什么项目还是做不出来？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它刚才还很聪明，为什么下一轮又开始胡说？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别人都说 AI 能替代程序员了，怎么我还在修 prompt？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5074920" cy="256032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我现在的理解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4818888" cy="20848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争议往往不是 AI 不强，而是你给它的角色不清楚。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你让它当搜索框，它就给答案；你让它当执行位，就得给任务、边界和验收。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很多人不是不会用 AI，而是直接跳过了学习曲线。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10241280" cy="502920"/>
          </a:xfrm>
          <a:prstGeom prst="rect">
            <a:avLst/>
          </a:prstGeom>
          <a:solidFill>
            <a:srgbClr val="FFF3EA"/>
          </a:solidFill>
          <a:ln w="12700">
            <a:solidFill>
              <a:srgbClr val="FFD8C6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一句话：AI 编程今天最大的问题，不是模型不够强，而是用户脑子里还没有“分阶段使用”的地图。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Why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大家骂的往往不是 AI，本质上是在骂错误期待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六阶段总览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我把 AI 编程大致分成 6 个阶段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13232" y="1700784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这不是官方标准，更像我自己踩坑后总结出来的一张“驾驶证地图”。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965960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3816" y="207568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0️⃣ 玩具阶段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" y="2350008"/>
            <a:ext cx="2898648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一句话生成小游戏、网页 demo，最容易爽，最不容易落地。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0" y="1965960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34256" y="207568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1️⃣ 工具阶段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34256" y="2350008"/>
            <a:ext cx="2898648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Cursor 这类一体化 IDE，开始能做商业产品，但大项目会丢上下文。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26680" y="1965960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54696" y="207568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2️⃣ 副驾阶段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54696" y="2350008"/>
            <a:ext cx="2898648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+ 插件协作，像有个副驾驶一直帮你看地图。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3816" y="353872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3️⃣ 搭档阶段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" y="3813048"/>
            <a:ext cx="2898648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工具开始接管整段流程，但还是要你手动发车。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429000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34256" y="353872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4️⃣ 实习生阶段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34256" y="3813048"/>
            <a:ext cx="2898648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你开始用业务语言下任务，AI 直接产出 PPT、分析、代码等结果。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26680" y="3429000"/>
            <a:ext cx="3154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54696" y="3538728"/>
            <a:ext cx="28986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5️⃣ 全职员工阶段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54696" y="3813048"/>
            <a:ext cx="2898648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自动触发、自动巡检、自动派活，像在带一支 AI 团队。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Stages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不是谁先用到 5 阶最厉害，而是谁知道自己当前适合第几阶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0️⃣-1️⃣ 最容易上头的阶段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玩具阶段和工具阶段，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为什么最容易让人误判 AI 能力？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74920" cy="27432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0️⃣ 玩具阶段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818888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输入一句话，它立刻给你一个能跑的小 demo，比如贪吃蛇、小网页、小工具。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爽点很强，因为 30 秒就能看到结果。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但复杂度一上去，你会发现“看起来像成了”，其实只是个玩具。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5074920" cy="27432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1️⃣ 工具阶段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4818888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Cursor 这类工具就像手机摄影：直出就很好看，速度也快。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你开始能做真正的产品，不只是 demo。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但项目一大、文件一多、上下文一长，它就会像一个突然失忆的高手。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10195560" cy="457200"/>
          </a:xfrm>
          <a:prstGeom prst="rect">
            <a:avLst/>
          </a:prstGeom>
          <a:solidFill>
            <a:srgbClr val="FFF3EA"/>
          </a:solidFill>
          <a:ln w="12700">
            <a:solidFill>
              <a:srgbClr val="FFD8C6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风趣一点说：前两阶段最像“AI 甜品区”——很好吃，但你不能拿甜品当主食。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Toy → Tool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能做出东西，不等于能稳定交付东西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2️⃣-3️⃣ 开始真正像生产力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副驾阶段和搭档阶段，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才开始真正进入工作流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74920" cy="27432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2️⃣ 副驾阶段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818888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你还在开车，但旁边终于坐了个靠谱一点的副驾。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它帮你看地图、查资料、补上下文。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缺点是你还是得盯着屏幕，AI 不能自己出去跑腿。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5074920" cy="27432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3️⃣ 搭档阶段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4818888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到 CLI 这一步，AI 更像一个你能叫得动的搭档。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不只会聊天，还能动文件、跑脚本、读目录、交付结果。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但它还是不会自己醒来，所有任务都要你手动发起。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Copilot → Partner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从“陪你干活”到“替你干一段活”，差别很大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4️⃣-5️⃣ 高级阶段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实习生阶段和全职员工阶段，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为什么不适合小白直接跳？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74920" cy="25146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4️⃣ 实习生阶段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818888" cy="2039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你开始不用讲代码细节，而是讲业务目标。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代码开始隐形，结果开始显形。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这时候拉开差距的，不是会不会写 prompt，而是你懂不懂业务、懂不懂验收。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5074920" cy="25146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5️⃣ 全职员工阶段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4818888" cy="2039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自动触发、自动巡检、自动派活，已经不只是工具，而像在带团队。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好处是手动少了，速度快了。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坏处是：你如果不会管理，它会以极高速度把错误也自动化。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4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$1000+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011680" y="46634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这是高级自动化可能对应的专业级日消耗量级。不是每个人都该一上来就开这档，就像新手不建议直接上 F1 赛道。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Intern → Employee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高级阶段拼的已经不是提示词，而是管理能力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我的核心类比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不是万能工具，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而是一个能力很强但需要被管理的“实习生”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74920" cy="278892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它像实习生的地方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818888" cy="2313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做得快，学得快，态度还常常很好。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但会误解需求、脑补背景、擅自发挥。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你要是不盯，它不是偷懒，它是“热情地做错”。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5074920" cy="278892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所以人类负责什么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4818888" cy="2313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负责目标：到底要解决什么问题。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负责边界：什么要做，什么不能做。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负责验收：做到什么程度才算完成。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负责后果：最终上线和签字的人，永远不是 AI。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Intern Metaphor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你不是在“使用工具”，你是在“管理代理”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真正的分水岭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和 AI 协作的关键，不是聊天能力，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而是把模糊想法变成清晰任务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5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我要做个东西 → 解决什么问题 → 明确不做什么 → 怎么才算完成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3816" y="257860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" y="2852928"/>
            <a:ext cx="3127248" cy="1170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不是“帮我做个产品”，而是“帮我解决哪个具体麻烦”。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43400" y="2468880"/>
            <a:ext cx="3063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71416" y="2578608"/>
            <a:ext cx="28072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限制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71416" y="2852928"/>
            <a:ext cx="2807208" cy="1170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时间、成本、平台、权限、数据边界，不说清楚就等着返工。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0" y="246888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08976" y="257860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08976" y="2852928"/>
            <a:ext cx="3127248" cy="1170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没写完工标准，AI 就会默认“差不多就行”，而你通常不会满意。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9966960" cy="1097280"/>
          </a:xfrm>
          <a:prstGeom prst="rect">
            <a:avLst/>
          </a:prstGeom>
          <a:solidFill>
            <a:srgbClr val="2B2521"/>
          </a:solidFill>
          <a:ln w="12700">
            <a:solidFill>
              <a:srgbClr val="B55F1C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坏需求：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“帮我做一个 AI 产品。”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好需求：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“帮我做一个面向 SEO 团队的小工具，输入 URL 后追踪 AI 搜索是否引用了我的内容。先做 Web MVP，不接 CRM，不做团队协作，7 天内要能给 3 个种子用户试用。”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Requirement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需求越具体，结果越可控；表达越含糊，返工越多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保留第一版：tabbit 学习方法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别一口气冲终局，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tabbit 式学习更像“踩台阶”，不是“坐火箭”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74920" cy="27432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我理解的 tabbit 方法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818888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先从能立刻看见结果的小台阶开始，建立正反馈。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每上一层，只多学一种新能力：先学生成，再学协作，再学自动化。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不要因为别人晒“全自动 AI 公司”就觉得自己也得当天毕业。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5074920" cy="27432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为什么这方法重要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4818888" cy="2267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因为 AI 工具不是取消了驾照，而是换了车。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你如果连方向盘都没摸熟，就去开自动驾驶，最后往往不是省事，是翻车。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分阶段学习，才有机会把“惊艳一次”变成“稳定产出很多次”。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892040"/>
            <a:ext cx="10149840" cy="457200"/>
          </a:xfrm>
          <a:prstGeom prst="rect">
            <a:avLst/>
          </a:prstGeom>
          <a:solidFill>
            <a:srgbClr val="FFF3EA"/>
          </a:solidFill>
          <a:ln w="12700">
            <a:solidFill>
              <a:srgbClr val="FFD8C6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没人会因为你直接跳到第 5 阶，就多给你一张证书；但你很可能先多交几张账单。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Tabbit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学习 AI，不是比谁跳得快，而是比谁每一阶都站稳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我的工作流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我现在怎么放工具位置：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Manager、Worker、qclaw、WorkBuddy 各自站哪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61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人 → Manager → Worker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4361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qclaw ↔ WorkBuddy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2468880" cy="1645920"/>
          </a:xfrm>
          <a:prstGeom prst="rect">
            <a:avLst/>
          </a:prstGeom>
          <a:solidFill>
            <a:srgbClr val="F6FB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3816" y="294436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" y="3218688"/>
            <a:ext cx="2212848" cy="1170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定目标 / 定边界 / 做判断 / 做验收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01568" y="2834640"/>
            <a:ext cx="2468880" cy="1645920"/>
          </a:xfrm>
          <a:prstGeom prst="rect">
            <a:avLst/>
          </a:prstGeom>
          <a:solidFill>
            <a:srgbClr val="F4F1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29584" y="294436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9584" y="3218688"/>
            <a:ext cx="2212848" cy="1170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拆任务 / 派工 / 看进度 / 最后收口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17336" y="2834640"/>
            <a:ext cx="2468880" cy="1645920"/>
          </a:xfrm>
          <a:prstGeom prst="rect">
            <a:avLst/>
          </a:prstGeom>
          <a:solidFill>
            <a:srgbClr val="F2FFF7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45352" y="2944368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3218688"/>
            <a:ext cx="2212848" cy="1170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执行 / 产出 / 回报 / 落文件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33104" y="2834640"/>
            <a:ext cx="2148840" cy="1645920"/>
          </a:xfrm>
          <a:prstGeom prst="rect">
            <a:avLst/>
          </a:prstGeom>
          <a:solidFill>
            <a:srgbClr val="FFF9F2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961120" y="2944368"/>
            <a:ext cx="18928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桥接层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0" y="3218688"/>
            <a:ext cx="1892808" cy="1170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qclaw 远程触发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结果承接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核心思路不是“谁最强”，而是“谁该先上，谁该补位，谁该最后背锅”。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Workflow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时代最像管理学，不像魔法课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qclaw vs WorkBuddy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一句话区别：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qclaw 像“微信遥控本地助理”，WorkBuddy 像“桌面 AI 工作台”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5074920" cy="20574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qclaw 更像什么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818888" cy="1581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你人在外面，也能把家里/办公室那台电脑叫起来干活。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优势是“远程触发”和“本地执行”。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适合文件、桌面任务、轻操作自动化。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89320" y="1828800"/>
            <a:ext cx="5074920" cy="20574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48188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WorkBuddy 更像什么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17336" y="2212848"/>
            <a:ext cx="4818888" cy="1581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更像一个办公交付台，负责整理、展示、承接结果。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优势是“桌面交付”和“结果组织”。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适合办公流程、文档任务、产出查看。</a:t>
            </a:r>
            <a:endParaRPr lang="en-US" sz="1050" dirty="0"/>
          </a:p>
        </p:txBody>
      </p:sp>
      <p:pic>
        <p:nvPicPr>
          <p:cNvPr id="17" name="Image 0" descr="assets/qclaw-workbuddy-pro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69080"/>
            <a:ext cx="4892040" cy="1417320"/>
          </a:xfrm>
          <a:prstGeom prst="rect">
            <a:avLst/>
          </a:prstGeom>
        </p:spPr>
      </p:pic>
      <p:pic>
        <p:nvPicPr>
          <p:cNvPr id="18" name="Image 1" descr="assets/qclaw-workbuddy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069080"/>
            <a:ext cx="4800600" cy="1417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qclaw × WorkBuddy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先跑通一条土路，再谈高速公路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成本不是彩蛋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为什么我越来越觉得：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高级 AI 编程不是炫技题，而是管理题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48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11680" y="18745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一段失控长对话给我的提醒。不是花不起，而是它暴露了方法上的漏洞：边界不清、验收不明、上下文过长。</a:t>
            </a:r>
            <a:endParaRPr lang="en-US" sz="1300" dirty="0"/>
          </a:p>
        </p:txBody>
      </p:sp>
      <p:pic>
        <p:nvPicPr>
          <p:cNvPr id="13" name="Image 0" descr="assets/token-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45920"/>
            <a:ext cx="2880360" cy="1965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2971800"/>
            <a:ext cx="10378440" cy="182880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13816" y="3081528"/>
            <a:ext cx="101224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我现在更在意的 3 件事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3816" y="3355848"/>
            <a:ext cx="10122408" cy="1353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低阶段拼的是“会不会用”；高阶段拼的是“会不会控成本”。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员工越多、自动化越深，越需要明确角色、边界和巡检机制。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真正的高级玩家，不一定最会写 prompt，但一定很会做管理。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Cost &amp; Control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别把账单看成惩罚，它其实是管理能力的镜子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明天就能用的三条建议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如果你听完只想带走 3 件事，我建议是这三件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337560" cy="246888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" y="1938528"/>
            <a:ext cx="30815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别跳级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3081528" cy="1993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先从你当前驾驭得住的一层开始。不会开车的人，别先研究自动驾驶公司怎么调度车队。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15968" y="1828800"/>
            <a:ext cx="3337560" cy="246888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3984" y="1938528"/>
            <a:ext cx="30815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学会写清楚任务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43984" y="2212848"/>
            <a:ext cx="3081528" cy="1993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说清问题、限制、不做什么、完成标准。你越清楚，AI 越像助手；你越模糊，AI 越像喜剧演员。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46136" y="1828800"/>
            <a:ext cx="3108960" cy="2468880"/>
          </a:xfrm>
          <a:prstGeom prst="rect">
            <a:avLst/>
          </a:prstGeom>
          <a:solidFill>
            <a:srgbClr val="FFFDFC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74152" y="1938528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把 AI 当团队成员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74152" y="2212848"/>
            <a:ext cx="2852928" cy="1993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会拆解、会派工、会验收、会复盘，才会越用越顺；否则就是一次次“它怎么又理解错了”。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Advice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把神话拆掉，AI 才会真正开始帮你做事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82880"/>
            <a:ext cx="11475720" cy="6126480"/>
          </a:xfrm>
          <a:prstGeom prst="rect">
            <a:avLst/>
          </a:prstGeom>
          <a:solidFill>
            <a:srgbClr val="FFF9F1"/>
          </a:solidFill>
          <a:ln w="12700">
            <a:solidFill>
              <a:srgbClr val="DDD3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384280" y="731520"/>
            <a:ext cx="256032" cy="731520"/>
          </a:xfrm>
          <a:prstGeom prst="rect">
            <a:avLst/>
          </a:prstGeom>
          <a:solidFill>
            <a:srgbClr val="98D4BB"/>
          </a:solidFill>
          <a:ln w="6350">
            <a:solidFill>
              <a:srgbClr val="98D4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384280" y="1737360"/>
            <a:ext cx="256032" cy="731520"/>
          </a:xfrm>
          <a:prstGeom prst="rect">
            <a:avLst/>
          </a:prstGeom>
          <a:solidFill>
            <a:srgbClr val="C7B8EA"/>
          </a:solidFill>
          <a:ln w="6350">
            <a:solidFill>
              <a:srgbClr val="C7B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0" y="2743200"/>
            <a:ext cx="256032" cy="731520"/>
          </a:xfrm>
          <a:prstGeom prst="rect">
            <a:avLst/>
          </a:prstGeom>
          <a:solidFill>
            <a:srgbClr val="F4B8C5"/>
          </a:solidFill>
          <a:ln w="6350">
            <a:solidFill>
              <a:srgbClr val="F4B8C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384280" y="3749040"/>
            <a:ext cx="256032" cy="731520"/>
          </a:xfrm>
          <a:prstGeom prst="rect">
            <a:avLst/>
          </a:prstGeom>
          <a:solidFill>
            <a:srgbClr val="A8D8EA"/>
          </a:solidFill>
          <a:ln w="6350">
            <a:solidFill>
              <a:srgbClr val="A8D8E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84280" y="4754880"/>
            <a:ext cx="256032" cy="731520"/>
          </a:xfrm>
          <a:prstGeom prst="rect">
            <a:avLst/>
          </a:prstGeom>
          <a:solidFill>
            <a:srgbClr val="FFE6A7"/>
          </a:solidFill>
          <a:ln w="6350">
            <a:solidFill>
              <a:srgbClr val="FFE6A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411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B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384048"/>
            <a:ext cx="2560320" cy="274320"/>
          </a:xfrm>
          <a:prstGeom prst="rect">
            <a:avLst/>
          </a:prstGeom>
          <a:solidFill>
            <a:srgbClr val="E7F6EF"/>
          </a:solidFill>
          <a:ln w="12700">
            <a:solidFill>
              <a:srgbClr val="BFE6D3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841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时代真正值钱的，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不是更会按按钮，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01A1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而是更会讲清问题、拆明需求、做出判断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9875520" cy="1051560"/>
          </a:xfrm>
          <a:prstGeom prst="rect">
            <a:avLst/>
          </a:prstGeom>
          <a:solidFill>
            <a:srgbClr val="FFFDFC"/>
          </a:solidFill>
          <a:ln w="13970">
            <a:solidFill>
              <a:srgbClr val="E7D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2395728"/>
            <a:ext cx="946404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可以提升执行效率，但它替代不了人的判断力。未来最重要的能力，不只是“会不会用工具”，而是“你能不能把问题讲清楚、把任务拆明白、把边界定准确”。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9536" y="3721608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给老板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399592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别只问“AI 能不能替人”，先问“我们有没有能力管理它”。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47872" y="3611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75888" y="3721608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给程序员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75888" y="399592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别只比模型，先把拆解、执行、验收这三段链路搭起来。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64224" y="3611880"/>
            <a:ext cx="25603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92240" y="3721608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给小白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995928"/>
            <a:ext cx="2304288" cy="9875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先从一个能看见结果的小任务开始，不用一上来就想着“AI 创业”。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80576" y="361188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08592" y="372160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01A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给我自己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3995928"/>
            <a:ext cx="1572768" cy="9875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F6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继续折腾，但别放弃判断力。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" y="58978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Closing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80960" y="58978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谢谢，欢迎交流：别问哪家最强，先问自己现在在哪一层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WSM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编程不是魔法</dc:title>
  <dc:subject>AI交流局分享 V2</dc:subject>
  <dc:creator>WSM</dc:creator>
  <cp:lastModifiedBy>WSM</cp:lastModifiedBy>
  <cp:revision>1</cp:revision>
  <dcterms:created xsi:type="dcterms:W3CDTF">2026-05-09T11:51:55Z</dcterms:created>
  <dcterms:modified xsi:type="dcterms:W3CDTF">2026-05-09T11:51:55Z</dcterms:modified>
</cp:coreProperties>
</file>