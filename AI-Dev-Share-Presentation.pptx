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DEV SHARE / FRONTEND SLIDES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480560" y="457200"/>
            <a:ext cx="1097280" cy="274320"/>
          </a:xfrm>
          <a:prstGeom prst="roundRect">
            <a:avLst>
              <a:gd name="adj" fmla="val 33333"/>
            </a:avLst>
          </a:prstGeom>
          <a:solidFill>
            <a:srgbClr val="7EE787">
              <a:alpha val="20000"/>
            </a:srgbClr>
          </a:solidFill>
          <a:ln w="6350">
            <a:solidFill>
              <a:srgbClr val="7EE78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480560" y="457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我的实战版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7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我怎么把 AI 编程工具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E7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一点点接进研发工作流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2377440"/>
            <a:ext cx="7772400" cy="731520"/>
          </a:xfrm>
          <a:prstGeom prst="roundRect">
            <a:avLst>
              <a:gd name="adj" fmla="val 18750"/>
            </a:avLst>
          </a:prstGeom>
          <a:solidFill>
            <a:srgbClr val="1A1F38"/>
          </a:solidFill>
          <a:ln w="6350">
            <a:solidFill>
              <a:srgbClr val="7CC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46888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这不是工具说明书，也不是模型横评。更像一次阶段性复盘：我最近怎么用 Codex、Claude Code、Skills、MCP、qclaw、WorkBuddy 去做事、踩坑、协作和收口。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3383280"/>
            <a:ext cx="1920240" cy="1645920"/>
          </a:xfrm>
          <a:prstGeom prst="roundRect">
            <a:avLst>
              <a:gd name="adj" fmla="val 11111"/>
            </a:avLst>
          </a:prstGeom>
          <a:solidFill>
            <a:srgbClr val="1A1F38"/>
          </a:solidFill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5204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37490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更像执行位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68680" y="40233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我更关心的不是谁最聪明，而是谁更适合放在工作流的哪个位置。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834640" y="3383280"/>
            <a:ext cx="1920240" cy="1645920"/>
          </a:xfrm>
          <a:prstGeom prst="roundRect">
            <a:avLst>
              <a:gd name="adj" fmla="val 11111"/>
            </a:avLst>
          </a:prstGeom>
          <a:solidFill>
            <a:srgbClr val="1A1F38"/>
          </a:solidFill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71800" y="35204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71800" y="37490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更像拆解位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971800" y="40233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这套分享会讲真实成本、桥接体验、协作分工和我目前的判断。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937760" y="3383280"/>
            <a:ext cx="1920240" cy="1645920"/>
          </a:xfrm>
          <a:prstGeom prst="roundRect">
            <a:avLst>
              <a:gd name="adj" fmla="val 11111"/>
            </a:avLst>
          </a:prstGeom>
          <a:solidFill>
            <a:srgbClr val="1A1F38"/>
          </a:solidFill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35204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+ MCP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74920" y="37490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补能力缺口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074920" y="40233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不是先装满生态，而是先知道什么问题该交给什么能力去补。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040880" y="3383280"/>
            <a:ext cx="1920240" cy="1645920"/>
          </a:xfrm>
          <a:prstGeom prst="roundRect">
            <a:avLst>
              <a:gd name="adj" fmla="val 11111"/>
            </a:avLst>
          </a:prstGeom>
          <a:solidFill>
            <a:srgbClr val="1A1F38"/>
          </a:solidFill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78040" y="35204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qclaw + WorkBuddy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78040" y="37490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往真实任务里接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178040" y="40233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有些地方我已经很确定，有些地方我还在试，但都值得拿出来讲真话。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Cover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 keys / Space / Swipe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02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2286000" y="365760"/>
            <a:ext cx="1097280" cy="274320"/>
          </a:xfrm>
          <a:prstGeom prst="roundRect">
            <a:avLst>
              <a:gd name="adj" fmla="val 33333"/>
            </a:avLst>
          </a:prstGeom>
          <a:solidFill>
            <a:srgbClr val="7EE787">
              <a:alpha val="20000"/>
            </a:srgbClr>
          </a:solidFill>
          <a:ln w="6350">
            <a:solidFill>
              <a:srgbClr val="7EE78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0" y="365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小时事件线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7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我不是先有成熟方法，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E7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而是先在混乱里把东西跑起来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这页我想先把背景说清楚：这套分享不是事后总结出来的漂亮框架，而是我最近 48 小时边折腾边形成的真实经验。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194560"/>
            <a:ext cx="3931920" cy="2651760"/>
          </a:xfrm>
          <a:prstGeom prst="roundRect">
            <a:avLst>
              <a:gd name="adj" fmla="val 6897"/>
            </a:avLst>
          </a:prstGeom>
          <a:solidFill>
            <a:srgbClr val="1A1F38"/>
          </a:solidFill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31720"/>
            <a:ext cx="274320" cy="274320"/>
          </a:xfrm>
          <a:prstGeom prst="ellipse">
            <a:avLst/>
          </a:prstGeom>
          <a:solidFill>
            <a:srgbClr val="7CC8FF">
              <a:alpha val="30000"/>
            </a:srgbClr>
          </a:solidFill>
          <a:ln w="6350">
            <a:solidFill>
              <a:srgbClr val="7CC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331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25880" y="2286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昨天开始正式折腾 Codex 和 Claude Code 桥接，多 agent 互相讨论和 battle。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14400" y="2834640"/>
            <a:ext cx="274320" cy="274320"/>
          </a:xfrm>
          <a:prstGeom prst="ellipse">
            <a:avLst/>
          </a:prstGeom>
          <a:solidFill>
            <a:srgbClr val="7CC8FF">
              <a:alpha val="30000"/>
            </a:srgbClr>
          </a:solidFill>
          <a:ln w="6350">
            <a:solidFill>
              <a:srgbClr val="7CC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25880" y="27889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开始尝试 qclaw / OpenClaw / WorkBuddy 的联通，希望它们能交接任务、互相评审。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14400" y="3337560"/>
            <a:ext cx="274320" cy="274320"/>
          </a:xfrm>
          <a:prstGeom prst="ellipse">
            <a:avLst/>
          </a:prstGeom>
          <a:solidFill>
            <a:srgbClr val="7CC8FF">
              <a:alpha val="30000"/>
            </a:srgbClr>
          </a:solidFill>
          <a:ln w="6350">
            <a:solidFill>
              <a:srgbClr val="7CC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337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25880" y="3291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把话题从"工具能不能聊"切到"能不能看 bug 文档、分析 bug、改 bug"。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14400" y="3840480"/>
            <a:ext cx="274320" cy="274320"/>
          </a:xfrm>
          <a:prstGeom prst="ellipse">
            <a:avLst/>
          </a:prstGeom>
          <a:solidFill>
            <a:srgbClr val="7CC8FF">
              <a:alpha val="30000"/>
            </a:srgbClr>
          </a:solidFill>
          <a:ln w="6350">
            <a:solidFill>
              <a:srgbClr val="7CC8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840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25880" y="3794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过程中出现了 token 成本、权限、桥接稳定性、上下文膨胀这些很真实的问题。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0" y="4343400"/>
            <a:ext cx="274320" cy="274320"/>
          </a:xfrm>
          <a:prstGeom prst="ellipse">
            <a:avLst/>
          </a:prstGeom>
          <a:solidFill>
            <a:srgbClr val="7CC8FF">
              <a:alpha val="30000"/>
            </a:srgbClr>
          </a:solidFill>
          <a:ln w="6350">
            <a:solidFill>
              <a:srgbClr val="7CC8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343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325880" y="4297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最后我意识到，应该把这些经验沉淀成一套能拿去分享、还能继续迭代的网页 PPT。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46320" y="2194560"/>
            <a:ext cx="3657600" cy="2651760"/>
          </a:xfrm>
          <a:prstGeom prst="roundRect">
            <a:avLst>
              <a:gd name="adj" fmla="val 6897"/>
            </a:avLst>
          </a:prstGeom>
          <a:solidFill>
            <a:srgbClr val="1A1F38"/>
          </a:solidFill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23317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我这页的判断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0" y="26974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这些内容的可信度，不来自定义，而来自它们刚刚真的发生过。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0" y="32918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我自己也不是一开始就清楚，只是先有动作，再慢慢收成方法。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0" y="38862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所以后面每一页，我都尽量讲"我怎么做"和"我现在怎么想"。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Timeline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从折腾到项目化沉淀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03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2286000" y="365760"/>
            <a:ext cx="1097280" cy="274320"/>
          </a:xfrm>
          <a:prstGeom prst="roundRect">
            <a:avLst>
              <a:gd name="adj" fmla="val 33333"/>
            </a:avLst>
          </a:prstGeom>
          <a:solidFill>
            <a:srgbClr val="7EE787">
              <a:alpha val="20000"/>
            </a:srgbClr>
          </a:solidFill>
          <a:ln w="6350">
            <a:solidFill>
              <a:srgbClr val="7EE78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0" y="365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工作流总图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7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我现在最笃定的一点：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E7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工具名不重要，交接链路更重要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如果只记工具名，最后很容易变成一页生态地图。但我最近最有启发的，其实是慢慢看清楚谁该先上、谁该补位、谁该做最后验收。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148840"/>
            <a:ext cx="1097280" cy="640080"/>
          </a:xfrm>
          <a:prstGeom prst="roundRect">
            <a:avLst>
              <a:gd name="adj" fmla="val 21429"/>
            </a:avLst>
          </a:prstGeom>
          <a:solidFill>
            <a:srgbClr val="1A1F38"/>
          </a:solidFill>
          <a:ln w="381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488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人定目标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828800" y="214884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103120" y="2148840"/>
            <a:ext cx="1097280" cy="640080"/>
          </a:xfrm>
          <a:prstGeom prst="roundRect">
            <a:avLst>
              <a:gd name="adj" fmla="val 21429"/>
            </a:avLst>
          </a:prstGeom>
          <a:solidFill>
            <a:srgbClr val="1A1F38"/>
          </a:solidFill>
          <a:ln w="381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21488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拆解/复核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00400" y="214884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474720" y="2148840"/>
            <a:ext cx="1097280" cy="640080"/>
          </a:xfrm>
          <a:prstGeom prst="roundRect">
            <a:avLst>
              <a:gd name="adj" fmla="val 21429"/>
            </a:avLst>
          </a:prstGeom>
          <a:solidFill>
            <a:srgbClr val="1A1F38"/>
          </a:solidFill>
          <a:ln w="381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21488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Codex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执行/验证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0" y="214884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46320" y="2148840"/>
            <a:ext cx="1097280" cy="640080"/>
          </a:xfrm>
          <a:prstGeom prst="roundRect">
            <a:avLst>
              <a:gd name="adj" fmla="val 21429"/>
            </a:avLst>
          </a:prstGeom>
          <a:solidFill>
            <a:srgbClr val="1A1F38"/>
          </a:solidFill>
          <a:ln w="381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21488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Skills/MCP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/Bridge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943600" y="214884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7920" y="2148840"/>
            <a:ext cx="1097280" cy="640080"/>
          </a:xfrm>
          <a:prstGeom prst="roundRect">
            <a:avLst>
              <a:gd name="adj" fmla="val 21429"/>
            </a:avLst>
          </a:prstGeom>
          <a:solidFill>
            <a:srgbClr val="1A1F38"/>
          </a:solidFill>
          <a:ln w="381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21488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人验收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/追问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315200" y="214884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589520" y="2148840"/>
            <a:ext cx="1097280" cy="640080"/>
          </a:xfrm>
          <a:prstGeom prst="roundRect">
            <a:avLst>
              <a:gd name="adj" fmla="val 21429"/>
            </a:avLst>
          </a:prstGeom>
          <a:solidFill>
            <a:srgbClr val="1A1F38"/>
          </a:solidFill>
          <a:ln w="381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0" y="21488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沉淀成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SOP/页面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31520" y="3017520"/>
            <a:ext cx="3931920" cy="1920240"/>
          </a:xfrm>
          <a:prstGeom prst="roundRect">
            <a:avLst>
              <a:gd name="adj" fmla="val 9524"/>
            </a:avLst>
          </a:prstGeom>
          <a:solidFill>
            <a:srgbClr val="1A1F38"/>
          </a:solidFill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31546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我现在的分工理解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4400" y="35204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Codex：更像进工程现场干活的人，读目录、改代码、验证结果。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14400" y="39776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Claude Code：更像拆解、互评、补视角的人，适合帮我把混乱问题讲清楚。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14400" y="44348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qclaw / WorkBuddy：不是主角，而是工作任务的交接通道和集成场。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46320" y="3017520"/>
            <a:ext cx="3657600" cy="1920240"/>
          </a:xfrm>
          <a:prstGeom prst="roundRect">
            <a:avLst>
              <a:gd name="adj" fmla="val 9524"/>
            </a:avLst>
          </a:prstGeom>
          <a:solidFill>
            <a:srgbClr val="1A1F38"/>
          </a:solidFill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31546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这条链路为什么重要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0" y="3520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工具多不是问题，问题是它们如果并列摆着，就很难形成产出。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29200" y="3977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我真正想讲的是：谁先拆，谁先干，谁来复核，谁来背交付。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29200" y="44348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这也是后面讲 Skills、MCP 和 Bridge 时，我最看重的判断标准。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Workflow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工具要挂在流程上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04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2286000" y="365760"/>
            <a:ext cx="914400" cy="274320"/>
          </a:xfrm>
          <a:prstGeom prst="roundRect">
            <a:avLst>
              <a:gd name="adj" fmla="val 33333"/>
            </a:avLst>
          </a:prstGeom>
          <a:solidFill>
            <a:srgbClr val="7EE787">
              <a:alpha val="20000"/>
            </a:srgbClr>
          </a:solidFill>
          <a:ln w="6350">
            <a:solidFill>
              <a:srgbClr val="7EE78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0" y="365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Codex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Codex：让它先试，你再审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4754880" cy="3200400"/>
          </a:xfrm>
          <a:prstGeom prst="roundRect">
            <a:avLst>
              <a:gd name="adj" fmla="val 5714"/>
            </a:avLst>
          </a:prstGeom>
          <a:solidFill>
            <a:srgbClr val="1A1F38"/>
          </a:solidFill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002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我现在最认可 Codex 的位置，不是"比谁更会解释"，而是它更像能进项目现场帮我做事的执行位。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先让它摸目录、看文档、归纳当前上下文，再进入具体任务。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256032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适合做"给我改、给我验、给我落文件"的动作，不只是聊天。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9718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当任务边界清楚时，它的推进速度比我自己手动切来切去快很多。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" y="3474720"/>
            <a:ext cx="4389120" cy="1051560"/>
          </a:xfrm>
          <a:prstGeom prst="roundRect">
            <a:avLst>
              <a:gd name="adj" fmla="val 13043"/>
            </a:avLst>
          </a:prstGeom>
          <a:solidFill>
            <a:srgbClr val="0D1528"/>
          </a:solidFill>
          <a:ln w="6350">
            <a:solidFill>
              <a:srgbClr val="7CC8FF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3566160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我现在更常见的用法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先让它总结代码库和限制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再让它只改一小块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最后看 diff / 结果 / 风险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669280" y="1463040"/>
            <a:ext cx="2834640" cy="3200400"/>
          </a:xfrm>
          <a:prstGeom prst="roundRect">
            <a:avLst>
              <a:gd name="adj" fmla="val 6452"/>
            </a:avLst>
          </a:prstGeom>
          <a:solidFill>
            <a:srgbClr val="1A1F38"/>
          </a:solidFill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0" y="1600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我踩过的坑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852160" y="210312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上下文不够时，它会认真地往错方向干。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852160" y="28346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如果我自己没定义验收标准，最后很容易"看起来改了，其实没收口"。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52160" y="356616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把大而糊的任务直接丢进去，效率会明显下降。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Codex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执行前先收边界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05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2286000" y="365760"/>
            <a:ext cx="1097280" cy="274320"/>
          </a:xfrm>
          <a:prstGeom prst="roundRect">
            <a:avLst>
              <a:gd name="adj" fmla="val 33333"/>
            </a:avLst>
          </a:prstGeom>
          <a:solidFill>
            <a:srgbClr val="7EE787">
              <a:alpha val="20000"/>
            </a:srgbClr>
          </a:solidFill>
          <a:ln w="6350">
            <a:solidFill>
              <a:srgbClr val="7EE78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0" y="365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Code：对我来说最强的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E7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不是写代码，而是把乱问题拆开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如果要我用一句话形容它现在在我工作流里的位置，我会说：它更像一个很会帮我拆题、对照、互评的搭子，但成本感要一直带着。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3931920" cy="2560320"/>
          </a:xfrm>
          <a:prstGeom prst="roundRect">
            <a:avLst>
              <a:gd name="adj" fmla="val 7143"/>
            </a:avLst>
          </a:prstGeom>
          <a:solidFill>
            <a:srgbClr val="1A1F38"/>
          </a:solidFill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40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我现在最常拿它干什么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26060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先帮我拆解混乱问题，再决定值不值得交给另一个 agent 去做。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31089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做方案比较、互评、battle、复盘，这类"需要补视角"的事它很适合。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36118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面对我这种脑子里有很多碎片、但还没收成结构的时候，它特别有用。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2103120"/>
            <a:ext cx="3657600" cy="2560320"/>
          </a:xfrm>
          <a:prstGeom prst="roundRect">
            <a:avLst>
              <a:gd name="adj" fmla="val 7143"/>
            </a:avLst>
          </a:prstGeom>
          <a:solidFill>
            <a:srgbClr val="1A1F38"/>
          </a:solidFill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22402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我踩过的坑也很明确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0" y="2606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$404.42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126480" y="26060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长对话一旦失控，token 和费用会先把问题暴露出来。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0" y="32461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$83.87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126480" y="324612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不是只有最强模型贵，第二梯队长期跑下来也会有体感。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029200" y="38862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225.2M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126480" y="388620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我现在会主动问自己：这个任务到底值不值得长上下文。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029200" y="43891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下一页我直接放真实截图，因为这件事靠口头讲不够有冲击力。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Claude Code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拆解强，但要管上下文和成本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06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2286000" y="365760"/>
            <a:ext cx="1371600" cy="274320"/>
          </a:xfrm>
          <a:prstGeom prst="roundRect">
            <a:avLst>
              <a:gd name="adj" fmla="val 33333"/>
            </a:avLst>
          </a:prstGeom>
          <a:solidFill>
            <a:srgbClr val="7EE787">
              <a:alpha val="20000"/>
            </a:srgbClr>
          </a:solidFill>
          <a:ln w="6350">
            <a:solidFill>
              <a:srgbClr val="7EE78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0" y="365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 / 实战数据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7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我开始高频用 AI 之后，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E7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最先被教育的其实是成本感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这张图我一定会留着，因为它逼着我从"这个工具好不好用"继续往下想，去看"这套工作流能不能长期跑"。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148840"/>
            <a:ext cx="4754880" cy="2651760"/>
          </a:xfrm>
          <a:prstGeom prst="roundRect">
            <a:avLst>
              <a:gd name="adj" fmla="val 6897"/>
            </a:avLst>
          </a:prstGeom>
          <a:solidFill>
            <a:srgbClr val="1A1F38"/>
          </a:solidFill>
          <a:ln w="6350">
            <a:solidFill>
              <a:srgbClr val="9EAAC1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48840"/>
            <a:ext cx="47548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[Token Cost Screenshot]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57200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过去一段时间的模型调用与费用分布。这个图不是为了吓人，而是提醒我：方法不稳，token 会先告诉你。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669280" y="2148840"/>
            <a:ext cx="2834640" cy="2651760"/>
          </a:xfrm>
          <a:prstGeom prst="roundRect">
            <a:avLst>
              <a:gd name="adj" fmla="val 6897"/>
            </a:avLst>
          </a:prstGeom>
          <a:solidFill>
            <a:srgbClr val="1A1F38"/>
          </a:solidFill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0" y="2286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这张图给我的 3 个提醒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52160" y="26974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多 agent 协作不是"免费想象力"，它真的会回到成本上。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852160" y="33375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我现在更在意的是：什么任务值得长对话，什么任务应该快拆快干。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852160" y="39776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如果只拿工具好不好用来判断，很容易忽略"能不能长期用"的问题。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Cost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真实数据页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07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2286000" y="365760"/>
            <a:ext cx="1645920" cy="274320"/>
          </a:xfrm>
          <a:prstGeom prst="roundRect">
            <a:avLst>
              <a:gd name="adj" fmla="val 33333"/>
            </a:avLst>
          </a:prstGeom>
          <a:solidFill>
            <a:srgbClr val="7EE787">
              <a:alpha val="20000"/>
            </a:srgbClr>
          </a:solidFill>
          <a:ln w="6350">
            <a:solidFill>
              <a:srgbClr val="7EE78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qclaw / WorkBuddy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7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这部分我不想吹大，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E7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我更想讲一件"已经跑通"的事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qclaw / OpenClaw 和 WorkBuddy 我还没有大规模带进长期真实项目，但我至少已经验证了一条可用的桥接路径：共享目录 + 定时轮询。这一页我只讲我已经确认过的东西。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2194560"/>
            <a:ext cx="3931920" cy="2651760"/>
          </a:xfrm>
          <a:prstGeom prst="roundRect">
            <a:avLst>
              <a:gd name="adj" fmla="val 6897"/>
            </a:avLst>
          </a:prstGeom>
          <a:solidFill>
            <a:srgbClr val="1A1F38"/>
          </a:solidFill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331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我已经验证到哪一步了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26974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WorkBuddy 和 qclaw 的双向交接，至少在文件级别已经跑通。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当前采用的方案是共享目录 + 定时轮询，不是最优雅，但足够稳、足够低依赖。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36118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这对我最大的启发不是"桥好酷"，而是跨 agent 协作必须先有一条最朴素的落地通道。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4069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我下一步才会把它往 bug 分析、任务派发、结果回传这些真实工作里带。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46320" y="2194560"/>
            <a:ext cx="3657600" cy="2651760"/>
          </a:xfrm>
          <a:prstGeom prst="roundRect">
            <a:avLst>
              <a:gd name="adj" fmla="val 6897"/>
            </a:avLst>
          </a:prstGeom>
          <a:solidFill>
            <a:srgbClr val="1A1F38"/>
          </a:solidFill>
          <a:ln w="6350">
            <a:solidFill>
              <a:srgbClr val="9EAAC1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19456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[API Details Screenshot]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Bridge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0" y="4754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先验证一条稳通路，再谈规模化使用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08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2286000" y="365760"/>
            <a:ext cx="1097280" cy="274320"/>
          </a:xfrm>
          <a:prstGeom prst="roundRect">
            <a:avLst>
              <a:gd name="adj" fmla="val 33333"/>
            </a:avLst>
          </a:prstGeom>
          <a:solidFill>
            <a:srgbClr val="7EE787">
              <a:alpha val="20000"/>
            </a:srgbClr>
          </a:solidFill>
          <a:ln w="6350">
            <a:solidFill>
              <a:srgbClr val="7EE78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0" y="365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 agent 复盘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这次做 PPT，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E7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 agent 没有自动让我更稳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这个结论我想明确讲出来：如果多一个 agent 只是多一层意见、多一轮建议、多一个分叉，那它不但不会更稳，反而会增加返工。这次做 PPT 的过程，我就明显感受到了这件事。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2194560"/>
            <a:ext cx="3931920" cy="2651760"/>
          </a:xfrm>
          <a:prstGeom prst="roundRect">
            <a:avLst>
              <a:gd name="adj" fmla="val 6897"/>
            </a:avLst>
          </a:prstGeom>
          <a:solidFill>
            <a:srgbClr val="1A1F38"/>
          </a:solidFill>
          <a:ln w="6350">
            <a:solidFill>
              <a:srgbClr val="9EAAC1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94560"/>
            <a:ext cx="39319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[Battle Consensus Screenshot]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6177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battle 本身并不等于高质量。真正有价值的是：它有没有明确承担批判、对照、校验的职责。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846320" y="2194560"/>
            <a:ext cx="3657600" cy="2651760"/>
          </a:xfrm>
          <a:prstGeom prst="roundRect">
            <a:avLst>
              <a:gd name="adj" fmla="val 6897"/>
            </a:avLst>
          </a:prstGeom>
          <a:solidFill>
            <a:srgbClr val="1A1F38"/>
          </a:solidFill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23317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我这次踩到的 4 个问题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0" y="2697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brief 太宽，讨论可以发散，但执行需要收口，这两者没有被分开。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0" y="3154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第二个 agent 很多时候只是在提建议，没有扮演明确的验收或批判角色。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0" y="36118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做 PPT / 做前端这种任务，审美和内容判断如果不统一，就会不断返工。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0" y="40690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8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没有统一验收标准时，双 agent 只是把"可能错的地方"翻倍了。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Retro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0" y="4754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EAA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 agent 不是神话，得有清晰角色和验收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AI Developer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编程工具实战分享</dc:title>
  <dc:subject>AI DEV SHARE</dc:subject>
  <dc:creator>WSM</dc:creator>
  <cp:lastModifiedBy>WSM</cp:lastModifiedBy>
  <cp:revision>1</cp:revision>
  <dcterms:created xsi:type="dcterms:W3CDTF">2026-05-08T11:38:12Z</dcterms:created>
  <dcterms:modified xsi:type="dcterms:W3CDTF">2026-05-08T11:38:12Z</dcterms:modified>
</cp:coreProperties>
</file>